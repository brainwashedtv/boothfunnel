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BRAND BOOK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01 · 2026 edition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0" y="2103120"/>
            <a:ext cx="914400" cy="914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1A16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213969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474720" y="36576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spc="-2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</a:t>
            </a:r>
            <a:pPr indent="0" marL="0">
              <a:buNone/>
            </a:pPr>
            <a:r>
              <a:rPr lang="en-US" sz="8000" i="1" spc="-100" kern="0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Photobooths that pay for themselves.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603504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263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85455" y="6263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use only · 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THE BRAND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-15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film company that grew up.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772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makes branded social photobooths for bars, restaurants, and event venues — built so every guest leaves with a branded photo on their phone, and the operator leaves with their email.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sit at the intersection of two ideas: the analog photo as a moment — borrowed, branded, instantly shareable — and the modern operator's need for a marketing channel that builds a list while it builds a feed.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brand reflects that. Modern grotesque sans does the work. </a:t>
            </a:r>
            <a:pPr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italic serif moment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carries the heritage. The digital frame holds the world together.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78240" y="2377440"/>
            <a:ext cx="2834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006840" y="310896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Sophistication signals trust. We close $499 a month with quiet authority — not by shouting.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006840" y="5212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Brand principle no.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115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17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AT A GLANCE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brand, on one page.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</a:t>
            </a:r>
            <a:pPr indent="0" marL="0">
              <a:buNone/>
            </a:pPr>
            <a:r>
              <a:rPr lang="en-US" sz="2800" i="1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77240" y="4023360"/>
            <a:ext cx="822960" cy="82296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1A16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05627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1783080" y="4160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Wordmark + seal.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Mixed sans / italic serif. Red is the moment.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011680"/>
            <a:ext cx="35661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2743200"/>
            <a:ext cx="594360" cy="2377440"/>
          </a:xfrm>
          <a:prstGeom prst="rect">
            <a:avLst/>
          </a:prstGeom>
          <a:solidFill>
            <a:srgbClr val="F2EAD8"/>
          </a:solidFill>
          <a:ln w="12700">
            <a:solidFill>
              <a:srgbClr val="F2EA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2743200"/>
            <a:ext cx="594360" cy="2377440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2743200"/>
            <a:ext cx="594360" cy="2377440"/>
          </a:xfrm>
          <a:prstGeom prst="rect">
            <a:avLst/>
          </a:prstGeom>
          <a:solidFill>
            <a:srgbClr val="B33A2A"/>
          </a:solidFill>
          <a:ln w="12700">
            <a:solidFill>
              <a:srgbClr val="B33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743200"/>
            <a:ext cx="594360" cy="2377440"/>
          </a:xfrm>
          <a:prstGeom prst="rect">
            <a:avLst/>
          </a:prstGeom>
          <a:solidFill>
            <a:srgbClr val="C9A063"/>
          </a:solidFill>
          <a:ln w="12700">
            <a:solidFill>
              <a:srgbClr val="C9A0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2743200"/>
            <a:ext cx="594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2743200"/>
            <a:ext cx="594360" cy="2377440"/>
          </a:xfrm>
          <a:prstGeom prst="rect">
            <a:avLst/>
          </a:prstGeom>
          <a:ln w="6350">
            <a:solidFill>
              <a:srgbClr val="E5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5212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Cream is the canvas.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Ink is the voice.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is the moment.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2011680"/>
            <a:ext cx="35661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7532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Söhne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27532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Workhorse — body, nav, buttons.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7532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 Sectra Italic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27532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Accent — one phrase per page.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75320" y="5029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 &amp; Georgia as accessible alternates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115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/ 17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·  ·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spc="-200" kern="0" dirty="0">
                <a:solidFill>
                  <a:srgbClr val="F2EA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Logo system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0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Wordmark, seal, and how they live together.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LOGO / WORDMARK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wordmark.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7432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spc="-2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</a:t>
            </a:r>
            <a:pPr indent="0" marL="0">
              <a:buNone/>
            </a:pPr>
            <a:r>
              <a:rPr lang="en-US" sz="11000" i="1" spc="-100" kern="0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PRIMARY · 110pt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ANATOMY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“Booth”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Söhne (Helvetica Neue alt) · tracking −20.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“funnel”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GT Sectra Italic (Georgia alt) ·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33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#B33A2A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4983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 SPACE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52120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Padding equal to the cap height of "B" on all sides.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Minimum size: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120px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on screen ·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1.0″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 print.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115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/ 17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· LOGO / THE SEAL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seal.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italic serif voice as the wordmark. Used where the wordmark won't fit.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0140" y="283464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1A16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" y="2893162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Default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everyday seal.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377440"/>
            <a:ext cx="2606040" cy="3291840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09060" y="2834640"/>
            <a:ext cx="1463040" cy="1463040"/>
          </a:xfrm>
          <a:prstGeom prst="ellipse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9060" y="2893162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i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3520440" y="4572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A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Inverted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4892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F2EAD8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 surfaces.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377440"/>
            <a:ext cx="2606040" cy="3291840"/>
          </a:xfrm>
          <a:prstGeom prst="rect">
            <a:avLst/>
          </a:prstGeom>
          <a:solidFill>
            <a:srgbClr val="B33A2A"/>
          </a:solidFill>
          <a:ln w="12700">
            <a:solidFill>
              <a:srgbClr val="B33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97980" y="2834640"/>
            <a:ext cx="1463040" cy="1463040"/>
          </a:xfrm>
          <a:prstGeom prst="ellipse">
            <a:avLst/>
          </a:prstGeom>
          <a:solidFill>
            <a:srgbClr val="F2EAD8"/>
          </a:solidFill>
          <a:ln w="12700">
            <a:solidFill>
              <a:srgbClr val="F2EA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7980" y="2893162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i="1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</a:t>
            </a:r>
            <a:endParaRPr lang="en-US" sz="8000" dirty="0"/>
          </a:p>
        </p:txBody>
      </p:sp>
      <p:sp>
        <p:nvSpPr>
          <p:cNvPr id="19" name="Text 17"/>
          <p:cNvSpPr/>
          <p:nvPr/>
        </p:nvSpPr>
        <p:spPr>
          <a:xfrm>
            <a:off x="6309360" y="4572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A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Stamp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4892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F2EAD8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 corners, CTAs.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15400" y="237744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86900" y="283464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1A16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86900" y="2893162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</a:t>
            </a:r>
            <a:endParaRPr lang="en-US" sz="8000" dirty="0"/>
          </a:p>
        </p:txBody>
      </p:sp>
      <p:sp>
        <p:nvSpPr>
          <p:cNvPr id="24" name="Text 22"/>
          <p:cNvSpPr/>
          <p:nvPr/>
        </p:nvSpPr>
        <p:spPr>
          <a:xfrm>
            <a:off x="9098280" y="4572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Uppercase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98280" y="4892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Embossed, formal.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85216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USAGE  </a:t>
            </a:r>
            <a:pPr indent="0" marL="0">
              <a:buNone/>
            </a:pPr>
            <a:r>
              <a:rPr lang="en-US" sz="12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Wordmark won't fit (favicons, avatars, watermarks). Or a stamp moment is needed (digital photo corners, email signatures, business cards). Or the wordmark would be redundant (back of card, hardware nameplates).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115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/ 17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· LOGO / LOCKUP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lockup.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Seal and wordmark together — the most formal expression of the brand.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642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3108960"/>
            <a:ext cx="1554480" cy="155448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1A16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3171139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0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</a:t>
            </a:r>
            <a:endParaRPr lang="en-US" sz="8500" dirty="0"/>
          </a:p>
        </p:txBody>
      </p:sp>
      <p:sp>
        <p:nvSpPr>
          <p:cNvPr id="9" name="Shape 7"/>
          <p:cNvSpPr/>
          <p:nvPr/>
        </p:nvSpPr>
        <p:spPr>
          <a:xfrm>
            <a:off x="4937760" y="3291840"/>
            <a:ext cx="0" cy="1188720"/>
          </a:xfrm>
          <a:prstGeom prst="line">
            <a:avLst/>
          </a:prstGeom>
          <a:noFill/>
          <a:ln w="9525">
            <a:solidFill>
              <a:srgbClr val="C9A0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352044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spc="-2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</a:t>
            </a:r>
            <a:pPr indent="0" marL="0">
              <a:buNone/>
            </a:pPr>
            <a:r>
              <a:rPr lang="en-US" sz="9000" i="1" spc="-100" kern="0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548640" y="51663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LOCKUP · LANDSCAPE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566928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THE LOCKUP FOR  </a:t>
            </a:r>
            <a:pPr indent="0" marL="0">
              <a:buNone/>
            </a:pPr>
            <a:r>
              <a:rPr lang="en-US" sz="12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homepage hero, the cover of legal documents, signage, the title slide of any deck. Use the wordmark alone elsewhere.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115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/ 17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·  ·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spc="-200" kern="0" dirty="0">
                <a:solidFill>
                  <a:srgbClr val="F2EA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0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Cream is the canvas. Ink is the voice. Red is the moment.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· COLOR / PRIMARY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Primary palette.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4206240"/>
          </a:xfrm>
          <a:prstGeom prst="rect">
            <a:avLst/>
          </a:prstGeom>
          <a:solidFill>
            <a:srgbClr val="F2EAD8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CANVAS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00" spc="100" kern="0" dirty="0">
                <a:solidFill>
                  <a:srgbClr val="8C51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 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#F2EAD8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spc="100" kern="0" dirty="0">
                <a:solidFill>
                  <a:srgbClr val="8C51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242 234 216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spc="100" kern="0" dirty="0">
                <a:solidFill>
                  <a:srgbClr val="8C51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0 3 11 5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611880" cy="4206240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2402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2560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F2EA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Ink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17720" y="48463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00" spc="100" kern="0" dirty="0">
                <a:solidFill>
                  <a:srgbClr val="C9A0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 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2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#1A1612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spc="100" kern="0" dirty="0">
                <a:solidFill>
                  <a:srgbClr val="C9A0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2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26 22 18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spc="100" kern="0" dirty="0">
                <a:solidFill>
                  <a:srgbClr val="C9A0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2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0 15 31 90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38160" y="1920240"/>
            <a:ext cx="3611880" cy="4206240"/>
          </a:xfrm>
          <a:prstGeom prst="rect">
            <a:avLst/>
          </a:prstGeom>
          <a:solidFill>
            <a:srgbClr val="B33A2A"/>
          </a:solidFill>
          <a:ln w="12700">
            <a:solidFill>
              <a:srgbClr val="B33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2402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0" y="2560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F2EA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Kodak red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00" spc="100" kern="0" dirty="0">
                <a:solidFill>
                  <a:srgbClr val="C9A0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 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2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#B33A2A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spc="100" kern="0" dirty="0">
                <a:solidFill>
                  <a:srgbClr val="C9A0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2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179 58 42</a:t>
            </a:r>
            <a:endParaRPr lang="en-US" sz="9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00" spc="100" kern="0" dirty="0">
                <a:solidFill>
                  <a:srgbClr val="C9A0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2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0 68 77 30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115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/ 17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· COLOR / SUPPORTING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Supporting + rules.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SUPPORTING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2688336" cy="2194560"/>
          </a:xfrm>
          <a:prstGeom prst="rect">
            <a:avLst/>
          </a:prstGeom>
          <a:solidFill>
            <a:srgbClr val="C9A063"/>
          </a:solidFill>
          <a:ln w="12700">
            <a:solidFill>
              <a:srgbClr val="C9A0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2316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26243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Brass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#C9A063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2240280"/>
            <a:ext cx="268833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242316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PHOTO BORDER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38728" y="26243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Frame white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38728" y="402336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2240280"/>
            <a:ext cx="2688336" cy="2194560"/>
          </a:xfrm>
          <a:prstGeom prst="rect">
            <a:avLst/>
          </a:prstGeom>
          <a:solidFill>
            <a:srgbClr val="5A4A38"/>
          </a:solidFill>
          <a:ln w="12700">
            <a:solidFill>
              <a:srgbClr val="5A4A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242316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BODY SUBDUED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45936" y="26243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100" kern="0" dirty="0">
                <a:solidFill>
                  <a:srgbClr val="F2EA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45936" y="402336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#5A4A38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70264" y="2240280"/>
            <a:ext cx="2688336" cy="2194560"/>
          </a:xfrm>
          <a:prstGeom prst="rect">
            <a:avLst/>
          </a:prstGeom>
          <a:solidFill>
            <a:srgbClr val="8C5142"/>
          </a:solidFill>
          <a:ln w="12700">
            <a:solidFill>
              <a:srgbClr val="8C51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53144" y="242316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EYEBROW / METADATA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53144" y="26243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100" kern="0" dirty="0">
                <a:solidFill>
                  <a:srgbClr val="F2EA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Rust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53144" y="402336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#8C5142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937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USAGE RULES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5257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5257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60% Cream — backgrounds and surface treatments. Never stark white as page background.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5869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55869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30% Ink — body type, headlines, primary surfaces and rules.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916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59161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8% Kodak red — accent words in headlines, primary CTAs, the seal stamp. Reserve.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" y="62453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2% Brass + others — fine details, hairlines, metadata. Texture only.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115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·  ·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spc="-200" kern="0" dirty="0">
                <a:solidFill>
                  <a:srgbClr val="F2EA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Typography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0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grotesque does the work. Italic serif does the moment.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· TYPOGRAPHY / HIERARCHY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Hierarchy.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DISPLAY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20574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-5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Photobooths that pay for themselves.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03920" y="21762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Söhne · 64pt · −2 tracking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64240" cy="0"/>
          </a:xfrm>
          <a:prstGeom prst="line">
            <a:avLst/>
          </a:prstGeom>
          <a:noFill/>
          <a:ln w="6350">
            <a:solidFill>
              <a:srgbClr val="E5DCC8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700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6243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-5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box to revenue.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503920" y="2743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Söhne · 44pt · −1.5 tracking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11064240" cy="0"/>
          </a:xfrm>
          <a:prstGeom prst="line">
            <a:avLst/>
          </a:prstGeom>
          <a:noFill/>
          <a:ln w="6350">
            <a:solidFill>
              <a:srgbClr val="E5DCC8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369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19125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it works.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03920" y="33101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Söhne · 28pt · −1 tracking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694176"/>
            <a:ext cx="11064240" cy="0"/>
          </a:xfrm>
          <a:prstGeom prst="line">
            <a:avLst/>
          </a:prstGeom>
          <a:noFill/>
          <a:ln w="6350">
            <a:solidFill>
              <a:srgbClr val="E5DCC8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039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0" y="375818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-5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Pick a plan, upload your brand.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03920" y="38770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Söhne · 18pt · 0 tracking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261104"/>
            <a:ext cx="11064240" cy="0"/>
          </a:xfrm>
          <a:prstGeom prst="line">
            <a:avLst/>
          </a:prstGeom>
          <a:noFill/>
          <a:ln w="6350">
            <a:solidFill>
              <a:srgbClr val="E5DCC8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708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BODY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432511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-50" kern="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Friday night, hundreds of phones come out.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444398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Söhne · 14pt · 1.6 line height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828032"/>
            <a:ext cx="11064240" cy="0"/>
          </a:xfrm>
          <a:prstGeom prst="line">
            <a:avLst/>
          </a:prstGeom>
          <a:noFill/>
          <a:ln w="6350">
            <a:solidFill>
              <a:srgbClr val="E5DCC8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937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4892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8C51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Brooklyn · 11.04 · 02:14am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50109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Söhne mono · 10pt · 0.8 ratio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11064240" cy="0"/>
          </a:xfrm>
          <a:prstGeom prst="line">
            <a:avLst/>
          </a:prstGeom>
          <a:noFill/>
          <a:ln w="6350">
            <a:solidFill>
              <a:srgbClr val="E5DCC8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5046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ITALIC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0" y="54589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spc="-50" kern="0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for themselves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03920" y="5577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GT Sectra Italic · 1 phrase per page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115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/ 17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· TYPOGRAPHY / THE ITALIC MOMENT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italic </a:t>
            </a:r>
            <a:pPr indent="0" marL="0">
              <a:buNone/>
            </a:pPr>
            <a:r>
              <a:rPr lang="en-US" sz="3600" i="1" spc="-50" kern="0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</a:t>
            </a:r>
            <a:pPr indent="0" marL="0">
              <a:buNone/>
            </a:pPr>
            <a:r>
              <a:rPr lang="en-US" sz="36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brand's signature gesture. One italic-serif phrase per page, in red. Used as a director uses a motif — recognizable, restrained, never repeated within the same scene.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71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Photobooths that </a:t>
            </a:r>
            <a:pPr indent="0" marL="0">
              <a:buNone/>
            </a:pPr>
            <a:r>
              <a:rPr lang="en-US" sz="2600" i="1" spc="-50" kern="0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for themselves</a:t>
            </a:r>
            <a:pPr indent="0" marL="0">
              <a:buNone/>
            </a:pPr>
            <a:r>
              <a:rPr lang="en-US" sz="26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 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64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160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box to revenue </a:t>
            </a:r>
            <a:pPr indent="0" marL="0">
              <a:buNone/>
            </a:pPr>
            <a:r>
              <a:rPr lang="en-US" sz="2600" i="1" spc="-50" kern="0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three moves</a:t>
            </a:r>
            <a:pPr indent="0" marL="0">
              <a:buNone/>
            </a:pPr>
            <a:r>
              <a:rPr lang="en-US" sz="26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77240" y="4709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 02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349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customers already take photos. </a:t>
            </a:r>
            <a:pPr indent="0" marL="0">
              <a:buNone/>
            </a:pPr>
            <a:r>
              <a:rPr lang="en-US" sz="2600" i="1" spc="-50" kern="0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of them are branded yours</a:t>
            </a:r>
            <a:pPr indent="0" marL="0">
              <a:buNone/>
            </a:pPr>
            <a:r>
              <a:rPr lang="en-US" sz="26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7240" y="5897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 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115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/ 17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· PHOTOGRAPHY &amp; THE DIGITAL FRAME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Photography direction.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40280"/>
            <a:ext cx="3200400" cy="3200400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532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Brooklyn · 11.04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240280"/>
            <a:ext cx="3200400" cy="3200400"/>
          </a:xfrm>
          <a:prstGeom prst="rect">
            <a:avLst/>
          </a:prstGeom>
          <a:solidFill>
            <a:srgbClr val="B33A2A"/>
          </a:solidFill>
          <a:ln w="12700">
            <a:solidFill>
              <a:srgbClr val="B33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5532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Your venue · Sat 02:14am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4340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Branded moment.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0116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6760" y="2240280"/>
            <a:ext cx="3200400" cy="3200400"/>
          </a:xfrm>
          <a:prstGeom prst="rect">
            <a:avLst/>
          </a:prstGeom>
          <a:solidFill>
            <a:srgbClr val="C9A063"/>
          </a:solidFill>
          <a:ln w="12700">
            <a:solidFill>
              <a:srgbClr val="C9A0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5532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Wedding · 09.21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3816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Unobtrusive.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115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 / 17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· VOICE &amp; TONE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principles. Hold them when in doubt.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54480" y="2377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Operator-first.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743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talk to the bar owner and the GM, not the customer. Words like "floor," "shift," "cover," "weekend." If a phrase wouldn't make sense to someone holding a clipboard at 11pm, cut it.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0976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00" b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  </a:t>
            </a:r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"Get a booth on your floor before this weekend."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50976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00" b="1" dirty="0">
                <a:solidFill>
                  <a:srgbClr val="B33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  </a:t>
            </a:r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"Unlock the power of social-driven engagement."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11064240" cy="0"/>
          </a:xfrm>
          <a:prstGeom prst="line">
            <a:avLst/>
          </a:prstGeom>
          <a:noFill/>
          <a:ln w="6350">
            <a:solidFill>
              <a:srgbClr val="E5DCC8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94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55448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Quietly confident.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don't use exclamation points. We don't say "revolutionary." The product is good — that should come through in specifics, not adjectives. Sophistication signals trust.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00" b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  </a:t>
            </a:r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"Most operators see ROI in week three."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509760" y="4434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00" b="1" dirty="0">
                <a:solidFill>
                  <a:srgbClr val="B33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  </a:t>
            </a:r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most amazing photobooth ever!"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064240" cy="0"/>
          </a:xfrm>
          <a:prstGeom prst="line">
            <a:avLst/>
          </a:prstGeom>
          <a:noFill/>
          <a:ln w="6350">
            <a:solidFill>
              <a:srgbClr val="E5DCC8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212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554480" y="5212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Specific, not abstract.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5577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Numbers, places, times of day. Brooklyn at 02:14am. Saturday past 100 captures. The italic moment lands when everything around it is concrete.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09760" y="5212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00" b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  </a:t>
            </a:r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"4,200 captures in 60 days. $1,400 of ads cancelled."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509760" y="5852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00" b="1" dirty="0">
                <a:solidFill>
                  <a:srgbClr val="B33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  </a:t>
            </a:r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"Boost your social presence with our innovative platform."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9115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/ 17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· APPLICATION / WEB HERO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the wild.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11064240" cy="365760"/>
          </a:xfrm>
          <a:prstGeom prst="rect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2140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2140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12140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075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boothfunnel.com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</a:t>
            </a:r>
            <a:pPr indent="0" marL="0">
              <a:buNone/>
            </a:pPr>
            <a:r>
              <a:rPr lang="en-US" sz="1600" i="1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2651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it works  ·  Industries  ·  Pricing  ·  Case studies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0" y="2587752"/>
            <a:ext cx="1280160" cy="329184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EA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your booth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6350">
            <a:solidFill>
              <a:srgbClr val="E5DC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08960"/>
            <a:ext cx="11064240" cy="3474720"/>
          </a:xfrm>
          <a:prstGeom prst="rect">
            <a:avLst/>
          </a:prstGeom>
          <a:solidFill>
            <a:srgbClr val="F2EAD8"/>
          </a:solidFill>
          <a:ln w="12700">
            <a:solidFill>
              <a:srgbClr val="F2EA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BRANDED PHOTOBOOTHS FOR VENUES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spc="-100" kern="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Photobooths that </a:t>
            </a:r>
            <a:pPr indent="0" marL="0">
              <a:buNone/>
            </a:pPr>
            <a:r>
              <a:rPr lang="en-US" sz="3800" i="1" spc="-50" kern="0" dirty="0">
                <a:solidFill>
                  <a:srgbClr val="B3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for themselves</a:t>
            </a:r>
            <a:pPr indent="0" marL="0">
              <a:buNone/>
            </a:pPr>
            <a:r>
              <a:rPr lang="en-US" sz="38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A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Branded social booths for bars, restaurants, and event venues — built so every guest becomes your next 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6035040"/>
            <a:ext cx="1554480" cy="365760"/>
          </a:xfrm>
          <a:prstGeom prst="rect">
            <a:avLst/>
          </a:prstGeom>
          <a:solidFill>
            <a:srgbClr val="B33A2A"/>
          </a:solidFill>
          <a:ln w="12700">
            <a:solidFill>
              <a:srgbClr val="B33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60533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EA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your booth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06040" y="6035040"/>
            <a:ext cx="1554480" cy="365760"/>
          </a:xfrm>
          <a:prstGeom prst="rect">
            <a:avLst/>
          </a:prstGeom>
          <a:ln w="12700">
            <a:solidFill>
              <a:srgbClr val="1A16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60533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6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See how it works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-360000">
            <a:off x="7498080" y="3383280"/>
            <a:ext cx="17373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 rot="-360000">
            <a:off x="7635240" y="3520440"/>
            <a:ext cx="1463040" cy="1463040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 rot="-360000">
            <a:off x="7635240" y="5074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6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Brooklyn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 rot="240000">
            <a:off x="8869680" y="3200400"/>
            <a:ext cx="17373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 rot="240000">
            <a:off x="9006840" y="3337560"/>
            <a:ext cx="1463040" cy="1463040"/>
          </a:xfrm>
          <a:prstGeom prst="rect">
            <a:avLst/>
          </a:prstGeom>
          <a:solidFill>
            <a:srgbClr val="C9A063"/>
          </a:solidFill>
          <a:ln w="12700">
            <a:solidFill>
              <a:srgbClr val="C9A0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40000">
            <a:off x="10104120" y="4617720"/>
            <a:ext cx="320040" cy="320040"/>
          </a:xfrm>
          <a:prstGeom prst="ellipse">
            <a:avLst/>
          </a:prstGeom>
          <a:solidFill>
            <a:srgbClr val="B33A2A"/>
          </a:solidFill>
          <a:ln w="12700">
            <a:solidFill>
              <a:srgbClr val="B33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 rot="240000">
            <a:off x="10104120" y="46360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 rot="-180000">
            <a:off x="10058400" y="3611880"/>
            <a:ext cx="17373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 rot="-180000">
            <a:off x="10195560" y="3749040"/>
            <a:ext cx="1463040" cy="1463040"/>
          </a:xfrm>
          <a:prstGeom prst="rect">
            <a:avLst/>
          </a:prstGeom>
          <a:solidFill>
            <a:srgbClr val="B33A2A"/>
          </a:solidFill>
          <a:ln w="12700">
            <a:solidFill>
              <a:srgbClr val="B33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115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/ 17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51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·  ·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spc="-200" kern="0" dirty="0">
                <a:solidFill>
                  <a:srgbClr val="F2EA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it well.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0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brand is a tool, not a constraint.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2EA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in doubt, default to restraint. The italic moment matters because it's rare. The red matters because most of the world is cream and ink.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11064240" cy="0"/>
          </a:xfrm>
          <a:prstGeom prst="line">
            <a:avLst/>
          </a:prstGeom>
          <a:noFill/>
          <a:ln w="6350">
            <a:solidFill>
              <a:srgbClr val="C9A063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212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ASSET LIBRARY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5486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Logos ·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boothfunnel.com/brand/logos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 files ·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E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github.com/brainwashedtv/boothfunnel/brand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Brand owner ·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F2EA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David Brain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728655" y="914400"/>
            <a:ext cx="822960" cy="822960"/>
          </a:xfrm>
          <a:prstGeom prst="ellipse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28655" y="94731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i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Boothfunnel · Brand Book v1.0 · Heritage Frame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0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BoothFunnel Brand Book v1.0</dc:title>
  <dc:subject>PptxGenJS Presentation</dc:subject>
  <dc:creator>BoothFunnel</dc:creator>
  <cp:lastModifiedBy>BoothFunnel</cp:lastModifiedBy>
  <cp:revision>1</cp:revision>
  <dcterms:created xsi:type="dcterms:W3CDTF">2026-05-05T21:37:26Z</dcterms:created>
  <dcterms:modified xsi:type="dcterms:W3CDTF">2026-05-05T21:37:26Z</dcterms:modified>
</cp:coreProperties>
</file>